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8" r:id="rId4"/>
    <p:sldId id="269" r:id="rId5"/>
    <p:sldId id="272" r:id="rId6"/>
    <p:sldId id="271" r:id="rId7"/>
    <p:sldId id="273" r:id="rId8"/>
    <p:sldId id="27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18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A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91440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18288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0" y="7315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0" y="2743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0" y="54864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37360" y="475488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0" y="457200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484632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457200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89520" y="466344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0" y="4937760"/>
            <a:ext cx="73152" cy="73152"/>
          </a:xfrm>
          <a:prstGeom prst="ellipse">
            <a:avLst/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640080"/>
            <a:ext cx="2560320" cy="2560320"/>
          </a:xfrm>
          <a:prstGeom prst="ellipse">
            <a:avLst/>
          </a:prstGeom>
          <a:solidFill>
            <a:srgbClr val="6C3FC5"/>
          </a:solidFill>
          <a:ln w="381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6858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🤖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2847703" y="1622080"/>
            <a:ext cx="61630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Explorers Academy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907792" y="250088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Discovering Artificial Intelligence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847703" y="29215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No Coding Required  •  Just Explore &amp; Have Fun! 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FFD60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286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002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00BFA5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002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002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718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FF8C0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718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9718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434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FF525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434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3434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150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1976D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150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7150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Life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086600" y="3429000"/>
            <a:ext cx="1298448" cy="1371600"/>
          </a:xfrm>
          <a:prstGeom prst="roundRect">
            <a:avLst>
              <a:gd name="adj" fmla="val 10563"/>
            </a:avLst>
          </a:prstGeom>
          <a:solidFill>
            <a:srgbClr val="43A047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86600" y="347472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86600" y="3886200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Project! 🎮</a:t>
            </a:r>
            <a:endParaRPr lang="en-US" sz="120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8729DCC2-4DA0-E92C-FF83-6BC9722AE301}"/>
              </a:ext>
            </a:extLst>
          </p:cNvPr>
          <p:cNvSpPr/>
          <p:nvPr/>
        </p:nvSpPr>
        <p:spPr>
          <a:xfrm>
            <a:off x="2999232" y="795528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Voice 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Summer Camp 2026</a:t>
            </a:r>
            <a:endParaRPr lang="en-US" sz="36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B5480D5-9937-1C0A-1A8D-27FC4120D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926" y="-125712"/>
            <a:ext cx="1666441" cy="111096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23436E0-7DA6-49D4-DCB3-9548A49B2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389" y="-176022"/>
            <a:ext cx="1817370" cy="1211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A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Your AI Journey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6A"/>
                </a:solidFill>
              </a:rPr>
              <a:t>6 exciting stops along the way!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04088" y="3172968"/>
            <a:ext cx="8021902" cy="73152"/>
          </a:xfrm>
          <a:prstGeom prst="rect">
            <a:avLst/>
          </a:prstGeom>
          <a:solidFill>
            <a:srgbClr val="6C3FC5">
              <a:alpha val="50000"/>
            </a:srgbClr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AI?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86968" y="2953512"/>
            <a:ext cx="164592" cy="164592"/>
          </a:xfrm>
          <a:prstGeom prst="ellipse">
            <a:avLst/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3FC5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Learns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examples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04288" y="2953512"/>
            <a:ext cx="164592" cy="164592"/>
          </a:xfrm>
          <a:prstGeom prst="ellipse">
            <a:avLst/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7685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4612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 Patterns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Spotting the repeat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21608" y="2953512"/>
            <a:ext cx="164592" cy="164592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9417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00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🔮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66344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Predictions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guesses!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38928" y="2953512"/>
            <a:ext cx="164592" cy="164592"/>
          </a:xfrm>
          <a:prstGeom prst="ellipse">
            <a:avLst/>
          </a:prstGeom>
          <a:solidFill>
            <a:srgbClr val="FF525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1149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8076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08076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Daily Life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everywhere!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56248" y="2953512"/>
            <a:ext cx="164592" cy="164592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2881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76D2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98080" y="1655064"/>
            <a:ext cx="1371600" cy="1207008"/>
          </a:xfrm>
          <a:prstGeom prst="roundRect">
            <a:avLst>
              <a:gd name="adj" fmla="val 9091"/>
            </a:avLst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98080" y="16733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498080" y="2185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 Project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808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&amp; celebrate!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973568" y="2953512"/>
            <a:ext cx="164592" cy="164592"/>
          </a:xfrm>
          <a:prstGeom prst="ellipse">
            <a:avLst/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946136" y="3300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Ready? Let's explore AI together!</a:t>
            </a:r>
            <a:endParaRPr lang="en-US" sz="18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A230E1B-A4A3-003E-74A8-9A92E8477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0" y="4727448"/>
            <a:ext cx="685800" cy="4572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02D336C-A73C-67DE-FFAA-568EE289B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251" y="4663440"/>
            <a:ext cx="888749" cy="592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BF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-274320"/>
            <a:ext cx="36576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>
                    <a:alpha val="1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📚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474720" y="548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AI Learns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0" y="22402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examples, and practice!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10972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053B4C-6393-ABA9-C7AB-118C0A5FD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036" y="4707970"/>
            <a:ext cx="842264" cy="5615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EBBB2A-B7D5-1FCA-424F-5529A1C7A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096" y="4754880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How Does AI Learn?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by seeing LOTS and LOTS of examples!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examples it sees, the smarter it gets 🧠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👀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80160" y="201168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by seeing LOTS of examples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92024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96596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623560" y="201168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examples = Smarter AI!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🏋️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80160" y="34290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process is called 'Training'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09160" y="3337560"/>
            <a:ext cx="4114800" cy="1234440"/>
          </a:xfrm>
          <a:prstGeom prst="roundRect">
            <a:avLst>
              <a:gd name="adj" fmla="val 11111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3383280"/>
            <a:ext cx="822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623560" y="34290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practices over and over — millions of times!</a:t>
            </a:r>
            <a:endParaRPr lang="en-US" sz="15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E59509EB-43AC-81B6-E4F8-A549EE27932C}"/>
              </a:ext>
            </a:extLst>
          </p:cNvPr>
          <p:cNvSpPr/>
          <p:nvPr/>
        </p:nvSpPr>
        <p:spPr>
          <a:xfrm>
            <a:off x="365760" y="4686300"/>
            <a:ext cx="8458200" cy="411480"/>
          </a:xfrm>
          <a:prstGeom prst="roundRect">
            <a:avLst>
              <a:gd name="adj" fmla="val 13333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r>
              <a:rPr lang="en-US" dirty="0"/>
              <a:t>🔗 Video Link: https://youtu.be/zXxuxJvRddU?si=MRuhE4kXOtpoV6A4</a:t>
            </a:r>
            <a:endParaRPr lang="en-US" dirty="0">
              <a:effectLst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661355-B7A1-225F-7D84-5117E2100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828" y="-45720"/>
            <a:ext cx="842264" cy="5615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45FD65-AC25-22AA-4956-A276312E2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786" y="-183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1051560"/>
          </a:xfrm>
          <a:prstGeom prst="roundRect">
            <a:avLst>
              <a:gd name="adj" fmla="val 13043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❓ Quick Question!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process of teaching AI called?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1976D2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76D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Sleeping 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606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43A047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08760" y="2743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A0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2606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🏋️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71600" y="3749040"/>
            <a:ext cx="6400800" cy="914400"/>
          </a:xfrm>
          <a:prstGeom prst="roundRect">
            <a:avLst>
              <a:gd name="adj" fmla="val 14000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08760" y="3886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0876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3749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Cooking 🍳</a:t>
            </a:r>
            <a:endParaRPr lang="en-US" sz="1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AD0EB79-C0A7-9D17-80C4-103DAB657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80D0F8-20EA-A1C9-70A7-4E9A99B13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AI Learning in Real Life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00BFA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🎵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Spotify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from billions of songs to find music YOU love!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6C3FC5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🚗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Self-Driving Cars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millions of road pictures to drive safely!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51760" cy="3611880"/>
          </a:xfrm>
          <a:prstGeom prst="roundRect">
            <a:avLst>
              <a:gd name="adj" fmla="val 6897"/>
            </a:avLst>
          </a:prstGeom>
          <a:solidFill>
            <a:srgbClr val="FF8C00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1430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🦜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17220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Duolingo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72200" y="304495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how students make mistakes to teach better!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91DE48-A715-F98D-49CE-88B28200B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471F64-BA14-57A4-6352-66A7F4ED2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ound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Activity: Teach the Teacher!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12724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the AI! 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Your teacher shows you a card (animal, shape, or fruit)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Guess what it is — like an AI guessing!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6265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Each round you see MORE examples and get smarter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Watch how your guesses improve with more examples! 🏆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315968"/>
            <a:ext cx="8412480" cy="366647"/>
          </a:xfrm>
          <a:prstGeom prst="roundRect">
            <a:avLst>
              <a:gd name="adj" fmla="val 15385"/>
            </a:avLst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246945"/>
            <a:ext cx="8412480" cy="516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Activity Link: abdelrahmansaeed28.wixstudio.com/phase2-activity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BE33AD-E3FE-9E03-E8A9-761332C95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48" y="4660198"/>
            <a:ext cx="842264" cy="5615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0EB1F1-DB17-4E4C-A55E-9E8403F18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79" y="4682615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Phase 2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8F8F5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AI learns by seeing lots and lots of examples!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8F8F5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More examples = A smarter AI!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E8F8F5"/>
          </a:solidFill>
          <a:ln w="127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🏋️  The process is called TRAINING — like working out!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2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Next up: AI's secret superpower — Finding Patterns! 🔍</a:t>
            </a:r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294F40-85FB-7937-227B-DFA31EB0B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828" y="-45720"/>
            <a:ext cx="842264" cy="5615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BFD362-DE2B-B773-18C2-5968624D2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786" y="-18308"/>
            <a:ext cx="775014" cy="516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401</Words>
  <Application>Microsoft Office PowerPoint</Application>
  <PresentationFormat>On-screen Show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Explorers Academy</dc:title>
  <dc:subject>PptxGenJS Presentation</dc:subject>
  <dc:creator>PptxGenJS</dc:creator>
  <cp:lastModifiedBy>abdelrahman abdelraouf</cp:lastModifiedBy>
  <cp:revision>9</cp:revision>
  <dcterms:created xsi:type="dcterms:W3CDTF">2026-05-02T11:22:20Z</dcterms:created>
  <dcterms:modified xsi:type="dcterms:W3CDTF">2026-06-09T20:28:41Z</dcterms:modified>
</cp:coreProperties>
</file>