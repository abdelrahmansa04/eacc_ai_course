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18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b="1"/>
              <a:t>WELCOME &amp; COURSE INTRO</a:t>
            </a:r>
          </a:p>
          <a:p>
            <a:r>
              <a:rPr lang="en-US" dirty="0"/>
              <a:t>Welcome everyone to AI Explorers Academy!</a:t>
            </a:r>
          </a:p>
          <a:p>
            <a:r>
              <a:rPr lang="en-US" dirty="0"/>
              <a:t>Today we are starting our AI journey together. We will learn what AI is, where we can find it, and how it helps us in daily life.</a:t>
            </a:r>
          </a:p>
          <a:p>
            <a:r>
              <a:rPr lang="en-US" dirty="0"/>
              <a:t>There is no coding required — we are simply going to explore, think, ask questions, and have fun.</a:t>
            </a:r>
          </a:p>
          <a:p>
            <a:r>
              <a:rPr lang="en-US" dirty="0"/>
              <a:t>--- The AI Journey has 6 stops ---</a:t>
            </a:r>
          </a:p>
          <a:p>
            <a:r>
              <a:rPr lang="en-US" dirty="0"/>
              <a:t>1. Intro to AI  |  2. How AI Learns  |  3. AI Finds Patterns</a:t>
            </a:r>
          </a:p>
          <a:p>
            <a:r>
              <a:rPr lang="en-US" dirty="0"/>
              <a:t>4. AI Makes Predictions  |  5. AI in Daily Life  |  6. Fun Final Project</a:t>
            </a:r>
          </a:p>
          <a:p>
            <a:r>
              <a:rPr lang="en-US" dirty="0"/>
              <a:t>Today we focus on Phase 1: Intro to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b="1"/>
              <a:t>THE AI JOURNEY — 6 PHASES</a:t>
            </a:r>
          </a:p>
          <a:p>
            <a:r>
              <a:rPr lang="en-US" dirty="0"/>
              <a:t>Point to each stop as you introduce it.</a:t>
            </a:r>
          </a:p>
          <a:p>
            <a:r>
              <a:rPr lang="en-US" dirty="0"/>
              <a:t>1. Intro to AI — What is AI?</a:t>
            </a:r>
          </a:p>
          <a:p>
            <a:r>
              <a:rPr lang="en-US" dirty="0"/>
              <a:t>2. How AI Learns — Training and examples</a:t>
            </a:r>
          </a:p>
          <a:p>
            <a:r>
              <a:rPr lang="en-US" dirty="0"/>
              <a:t>3. AI Finds Patterns — Spotting the repeat</a:t>
            </a:r>
          </a:p>
          <a:p>
            <a:r>
              <a:rPr lang="en-US" dirty="0"/>
              <a:t>4. AI Makes Predictions — Smart guesses!</a:t>
            </a:r>
          </a:p>
          <a:p>
            <a:r>
              <a:rPr lang="en-US" dirty="0"/>
              <a:t>5. AI in Daily Life — AI is everywhere!</a:t>
            </a:r>
          </a:p>
          <a:p>
            <a:r>
              <a:rPr lang="en-US" dirty="0"/>
              <a:t>6. Fun Project — Play and celebrate!</a:t>
            </a:r>
          </a:p>
          <a:p>
            <a:r>
              <a:rPr lang="en-US" dirty="0"/>
              <a:t>Say: Ready? Let’s explore AI together!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b="1"/>
              <a:t>PHASE 1 SECTION INTRO</a:t>
            </a:r>
          </a:p>
          <a:p>
            <a:r>
              <a:rPr lang="en-US" dirty="0"/>
              <a:t>Say: This is Phase 1 — Intro to AI.</a:t>
            </a:r>
          </a:p>
          <a:p>
            <a:r>
              <a:rPr lang="en-US" dirty="0"/>
              <a:t>Our big question today is: What is AI and where do we find it?</a:t>
            </a:r>
          </a:p>
          <a:p>
            <a:r>
              <a:rPr lang="en-US" dirty="0"/>
              <a:t>Let’s start exploring!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b="1"/>
              <a:t>WARM-UP QUESTIONS</a:t>
            </a:r>
          </a:p>
          <a:p>
            <a:r>
              <a:rPr lang="en-US" dirty="0"/>
              <a:t>Let us start with some quick questions to get everyone thinking.</a:t>
            </a:r>
          </a:p>
          <a:p>
            <a:r>
              <a:rPr lang="en-US" dirty="0"/>
              <a:t>Ask each question and wait for a show of hands:</a:t>
            </a:r>
          </a:p>
          <a:p>
            <a:r>
              <a:rPr lang="en-US" dirty="0"/>
              <a:t>1. Raise your hand if you used a phone today.</a:t>
            </a:r>
          </a:p>
          <a:p>
            <a:r>
              <a:rPr lang="en-US" dirty="0"/>
              <a:t>2. Who here plays video games?</a:t>
            </a:r>
          </a:p>
          <a:p>
            <a:r>
              <a:rPr lang="en-US" dirty="0"/>
              <a:t>3. Who uses YouTube, Spotify, TikTok, or Netflix?</a:t>
            </a:r>
          </a:p>
          <a:p>
            <a:r>
              <a:rPr lang="en-US" dirty="0"/>
              <a:t>4. What do YOU think AI can do?</a:t>
            </a:r>
          </a:p>
          <a:p>
            <a:r>
              <a:rPr lang="en-US" dirty="0"/>
              <a:t>Take 2-3 answers, then say: Great! All of these things use AI — and today we will find out how.</a:t>
            </a:r>
          </a:p>
          <a:p>
            <a:r>
              <a:rPr lang="en-US" dirty="0"/>
              <a:t>Play the short video if time allows: https://youtu.be/kQPC4_DsJ8I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b="1"/>
              <a:t>WHAT IS AI?</a:t>
            </a:r>
          </a:p>
          <a:p>
            <a:r>
              <a:rPr lang="en-US" dirty="0"/>
              <a:t>AI stands for Artificial Intelligence.</a:t>
            </a:r>
          </a:p>
          <a:p>
            <a:r>
              <a:rPr lang="en-US" dirty="0"/>
              <a:t xml:space="preserve">  - Artificial means made by humans.</a:t>
            </a:r>
          </a:p>
          <a:p>
            <a:r>
              <a:rPr lang="en-US" dirty="0"/>
              <a:t xml:space="preserve">  - Intelligence means being smart or able to learn.</a:t>
            </a:r>
          </a:p>
          <a:p>
            <a:r>
              <a:rPr lang="en-US" dirty="0"/>
              <a:t>So AI is a smart computer program made by people.</a:t>
            </a:r>
          </a:p>
          <a:p>
            <a:r>
              <a:rPr lang="en-US" dirty="0"/>
              <a:t>AI is NOT magic. It is a tool. It learns from examples, just like we learn from practice.</a:t>
            </a:r>
          </a:p>
          <a:p>
            <a:r>
              <a:rPr lang="en-US" dirty="0"/>
              <a:t>--- Simple Example ---</a:t>
            </a:r>
          </a:p>
          <a:p>
            <a:r>
              <a:rPr lang="en-US" dirty="0"/>
              <a:t>When you learn to recognise cats, you see many cats: big cats, small cats, white cats, orange cats, black cats.</a:t>
            </a:r>
          </a:p>
          <a:p>
            <a:r>
              <a:rPr lang="en-US" dirty="0"/>
              <a:t>After seeing many examples, your brain learns what a cat looks like.</a:t>
            </a:r>
          </a:p>
          <a:p>
            <a:r>
              <a:rPr lang="en-US" dirty="0"/>
              <a:t>AI learns in a similar way — but instead of a brain, it uses data and examples.</a:t>
            </a:r>
          </a:p>
          <a:p>
            <a:r>
              <a:rPr lang="en-US" dirty="0"/>
              <a:t>KEY MESSAGE: AI is a tool made by people to help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 vs AI</a:t>
            </a:r>
          </a:p>
          <a:p>
            <a:r>
              <a:rPr lang="en-US" dirty="0"/>
              <a:t>Humans and AI are not the same. Let’s compare:</a:t>
            </a:r>
          </a:p>
          <a:p>
            <a:r>
              <a:rPr lang="en-US" dirty="0"/>
              <a:t>Learning: Humans learn from life, school, practice, and experience. AI learns from millions of examples.</a:t>
            </a:r>
          </a:p>
          <a:p>
            <a:r>
              <a:rPr lang="en-US" dirty="0"/>
              <a:t>Memory: Humans can forget things. AI never forgets!</a:t>
            </a:r>
          </a:p>
          <a:p>
            <a:r>
              <a:rPr lang="en-US" dirty="0"/>
              <a:t>Speed: Humans work at normal speed. AI is super fast.</a:t>
            </a:r>
          </a:p>
          <a:p>
            <a:r>
              <a:rPr lang="en-US" dirty="0"/>
              <a:t>Feelings: Humans have lots of feelings. AI has no real feelings.</a:t>
            </a:r>
          </a:p>
          <a:p>
            <a:r>
              <a:rPr lang="en-US" dirty="0"/>
              <a:t>Creativity: Humans are very creative. AI follows instructions.</a:t>
            </a:r>
          </a:p>
          <a:p>
            <a:r>
              <a:rPr lang="en-US" dirty="0"/>
              <a:t>--- Class Discussion ---</a:t>
            </a:r>
          </a:p>
          <a:p>
            <a:r>
              <a:rPr lang="en-US" dirty="0"/>
              <a:t>Should AI replace humans completely? Why or why not?</a:t>
            </a:r>
          </a:p>
          <a:p>
            <a:r>
              <a:rPr lang="en-US" dirty="0"/>
              <a:t>Take 2-3 student responses. Guide them to see that humans bring kindness, responsibility, imagination, and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b="1"/>
              <a:t>AI IS AROUND US EVERY DAY</a:t>
            </a:r>
          </a:p>
          <a:p>
            <a:r>
              <a:rPr lang="en-US" dirty="0"/>
              <a:t>AI is all around us. Here are some everyday examples:</a:t>
            </a:r>
          </a:p>
          <a:p>
            <a:r>
              <a:rPr lang="en-US" dirty="0"/>
              <a:t>Face ID — Your phone unlocks when it sees YOUR face!</a:t>
            </a:r>
          </a:p>
          <a:p>
            <a:r>
              <a:rPr lang="en-US" dirty="0"/>
              <a:t>YouTube — AI picks videos you will want to watch next!</a:t>
            </a:r>
          </a:p>
          <a:p>
            <a:r>
              <a:rPr lang="en-US" dirty="0"/>
              <a:t>Google Maps — AI predicts traffic and finds the best route!</a:t>
            </a:r>
          </a:p>
          <a:p>
            <a:r>
              <a:rPr lang="en-US" dirty="0"/>
              <a:t>Also mention: Voice assistants like Siri and Alexa use AI to understand your voice. Games use AI to control characters.</a:t>
            </a:r>
          </a:p>
          <a:p>
            <a:r>
              <a:rPr lang="en-US" dirty="0"/>
              <a:t>--- Class Question ---</a:t>
            </a:r>
          </a:p>
          <a:p>
            <a:r>
              <a:rPr lang="en-US" dirty="0"/>
              <a:t>Can you think of another AI example — at home, at school, or on your phone?</a:t>
            </a:r>
          </a:p>
          <a:p>
            <a:r>
              <a:rPr lang="en-US" dirty="0"/>
              <a:t>Take 3-4 student answers and affirm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b="1"/>
              <a:t>ACTIVITY: AI HUNT GAME</a:t>
            </a:r>
          </a:p>
          <a:p>
            <a:r>
              <a:rPr lang="en-US" dirty="0"/>
              <a:t>Say: Now we will play a game called AI Hunt!</a:t>
            </a:r>
          </a:p>
          <a:p>
            <a:r>
              <a:rPr lang="en-US" dirty="0"/>
              <a:t>Hand out the picture sheets (or open the activity link on screen).</a:t>
            </a:r>
          </a:p>
          <a:p>
            <a:r>
              <a:rPr lang="en-US" dirty="0"/>
              <a:t>Activity Link: abdelrahmansaeed28.wixsite.com/phase1-activity</a:t>
            </a:r>
          </a:p>
          <a:p>
            <a:r>
              <a:rPr lang="en-US" dirty="0"/>
              <a:t>Instructions:</a:t>
            </a:r>
          </a:p>
          <a:p>
            <a:r>
              <a:rPr lang="en-US" dirty="0"/>
              <a:t>1. Look carefully at all the objects on the sheet.</a:t>
            </a:r>
          </a:p>
          <a:p>
            <a:r>
              <a:rPr lang="en-US" dirty="0"/>
              <a:t>2. Circle anything you think uses AI.</a:t>
            </a:r>
          </a:p>
          <a:p>
            <a:r>
              <a:rPr lang="en-US" dirty="0"/>
              <a:t>3. Count how many AI objects you found.</a:t>
            </a:r>
          </a:p>
          <a:p>
            <a:r>
              <a:rPr lang="en-US" dirty="0"/>
              <a:t>4. Compare your answers with a partner.</a:t>
            </a:r>
          </a:p>
          <a:p>
            <a:r>
              <a:rPr lang="en-US" dirty="0"/>
              <a:t>5. Share one answer with the class.</a:t>
            </a:r>
          </a:p>
          <a:p>
            <a:r>
              <a:rPr lang="en-US" dirty="0"/>
              <a:t>Allow 5-7 minutes. Then ask a few students to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TALK ABOUT IT — DISCUSSION QUESTIONS</a:t>
            </a:r>
          </a:p>
          <a:p>
            <a:r>
              <a:rPr lang="en-US" dirty="0"/>
              <a:t>Ask one or more of the following questions and invite students to raise their hands:</a:t>
            </a:r>
          </a:p>
          <a:p>
            <a:r>
              <a:rPr lang="en-US" dirty="0"/>
              <a:t>1. Can you think of a job where AI might help humans, but should NOT replace them completely?</a:t>
            </a:r>
          </a:p>
          <a:p>
            <a:r>
              <a:rPr lang="en-US" dirty="0"/>
              <a:t xml:space="preserve">   (Examples: doctor, teacher, artist, judge)</a:t>
            </a:r>
          </a:p>
          <a:p>
            <a:r>
              <a:rPr lang="en-US" dirty="0"/>
              <a:t>2. If AI learned only from orange cats, could it recognise a black cat? What would happen?</a:t>
            </a:r>
          </a:p>
          <a:p>
            <a:r>
              <a:rPr lang="en-US" dirty="0"/>
              <a:t xml:space="preserve">   (Guide: AI would struggle — it needs diverse examples to learn well!)</a:t>
            </a:r>
          </a:p>
          <a:p>
            <a:r>
              <a:rPr lang="en-US" dirty="0"/>
              <a:t>3. What is one thing you wish an AI could do for you at home or at school?</a:t>
            </a:r>
          </a:p>
          <a:p>
            <a:r>
              <a:rPr lang="en-US" dirty="0"/>
              <a:t>Say: Great ideas! You are already thinking like AI designers.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b="1"/>
              <a:t>QUICK RECAP AND CLOSING</a:t>
            </a:r>
          </a:p>
          <a:p>
            <a:r>
              <a:rPr lang="en-US" dirty="0"/>
              <a:t>Today we covered the following key ideas:</a:t>
            </a:r>
          </a:p>
          <a:p>
            <a:r>
              <a:rPr lang="en-US" dirty="0"/>
              <a:t xml:space="preserve">  - AI stands for Artificial Intelligence.</a:t>
            </a:r>
          </a:p>
          <a:p>
            <a:r>
              <a:rPr lang="en-US" dirty="0"/>
              <a:t xml:space="preserve">  - AI is a smart computer program made by people.</a:t>
            </a:r>
          </a:p>
          <a:p>
            <a:r>
              <a:rPr lang="en-US" dirty="0"/>
              <a:t xml:space="preserve">  - AI learns from examples, just like we do.</a:t>
            </a:r>
          </a:p>
          <a:p>
            <a:r>
              <a:rPr lang="en-US" dirty="0"/>
              <a:t xml:space="preserve">  - We can find AI in phones, TVs, games, maps, video platforms, and smart devices.</a:t>
            </a:r>
          </a:p>
          <a:p>
            <a:r>
              <a:rPr lang="en-US" dirty="0"/>
              <a:t>--- Final Reflection Question ---</a:t>
            </a:r>
          </a:p>
          <a:p>
            <a:r>
              <a:rPr lang="en-US" dirty="0"/>
              <a:t>Ask: What is one AI example you noticed or thought about today?</a:t>
            </a:r>
          </a:p>
          <a:p>
            <a:r>
              <a:rPr lang="en-US" dirty="0"/>
              <a:t>Take 2-3 answers. Then say:</a:t>
            </a:r>
          </a:p>
          <a:p>
            <a:r>
              <a:rPr lang="en-US" dirty="0"/>
              <a:t>Excellent work today! Coming up next: How does AI actually LEARN? Let’s find out!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A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9144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18288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0" y="7315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0" y="2743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0" y="54864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37360" y="475488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0" y="45720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48463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45720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89520" y="466344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0" y="493776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640080"/>
            <a:ext cx="2560320" cy="2560320"/>
          </a:xfrm>
          <a:prstGeom prst="ellipse">
            <a:avLst/>
          </a:prstGeom>
          <a:solidFill>
            <a:srgbClr val="6C3FC5"/>
          </a:solidFill>
          <a:ln w="381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6858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🤖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2847703" y="1622080"/>
            <a:ext cx="61630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Explorers Academy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907792" y="250088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Discovering Artificial Intelligence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847703" y="29215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No Coding Required  •  Just Explore &amp; Have Fun! 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D60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286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002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00BFA5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002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002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718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8C0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718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9718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434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525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434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3434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150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1976D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150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7150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Life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866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43A047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866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866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Project! 🎮</a:t>
            </a:r>
            <a:endParaRPr lang="en-US" sz="120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8729DCC2-4DA0-E92C-FF83-6BC9722AE301}"/>
              </a:ext>
            </a:extLst>
          </p:cNvPr>
          <p:cNvSpPr/>
          <p:nvPr/>
        </p:nvSpPr>
        <p:spPr>
          <a:xfrm>
            <a:off x="2999232" y="795528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My Voice 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Summer Camp 2026</a:t>
            </a:r>
            <a:endParaRPr lang="en-US" sz="36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B5480D5-9937-1C0A-1A8D-27FC4120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-239668"/>
            <a:ext cx="2222919" cy="14819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A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Your AI Journey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6A"/>
                </a:solidFill>
              </a:rPr>
              <a:t>6 exciting stops along the way!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04088" y="3172968"/>
            <a:ext cx="8021902" cy="73152"/>
          </a:xfrm>
          <a:prstGeom prst="rect">
            <a:avLst/>
          </a:prstGeom>
          <a:solidFill>
            <a:srgbClr val="6C3FC5">
              <a:alpha val="50000"/>
            </a:srgbClr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AI?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86968" y="2953512"/>
            <a:ext cx="164592" cy="164592"/>
          </a:xfrm>
          <a:prstGeom prst="ellipse">
            <a:avLst/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3FC5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Learns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examples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04288" y="2953512"/>
            <a:ext cx="164592" cy="164592"/>
          </a:xfrm>
          <a:prstGeom prst="ellipse">
            <a:avLst/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7685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4612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 Patterns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Spotting the repeat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21608" y="2953512"/>
            <a:ext cx="164592" cy="164592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9417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00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🔮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66344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Predictions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guesses!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38928" y="2953512"/>
            <a:ext cx="164592" cy="164592"/>
          </a:xfrm>
          <a:prstGeom prst="ellipse">
            <a:avLst/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1149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8076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08076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Daily Life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everywhere!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56248" y="2953512"/>
            <a:ext cx="164592" cy="164592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2881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76D2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9808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9808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49808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Project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&amp; celebrate!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973568" y="2953512"/>
            <a:ext cx="164592" cy="164592"/>
          </a:xfrm>
          <a:prstGeom prst="ellipse">
            <a:avLst/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94613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Ready? Let's explore AI together!</a:t>
            </a:r>
            <a:endParaRPr lang="en-US" sz="18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02D336C-A73C-67DE-FFAA-568EE289B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434840"/>
            <a:ext cx="1197864" cy="798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C3F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274320"/>
            <a:ext cx="3657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🤔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474720" y="548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 to AI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240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 and where do we find it?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10972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381578-DE03-3E74-A459-20755EDF5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434840"/>
            <a:ext cx="1197864" cy="798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A2A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Warm-Up Questions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🤚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hand if you've used a phone today!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🎮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577840" y="10515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here plays video games?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402336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🎵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anyone use YouTube or Spotify?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92608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577840" y="28803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think a AI can do?</a:t>
            </a:r>
            <a:endParaRPr lang="en-US" sz="15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D710C436-4B84-0ED2-9E27-CD9EC4DDBBAD}"/>
              </a:ext>
            </a:extLst>
          </p:cNvPr>
          <p:cNvSpPr/>
          <p:nvPr/>
        </p:nvSpPr>
        <p:spPr>
          <a:xfrm>
            <a:off x="365760" y="438912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  🔗 Video Link: </a:t>
            </a:r>
            <a:r>
              <a:rPr lang="en-US" dirty="0"/>
              <a:t>https://youtu.be/kQPC4_DsJ8I?si=RPHIZpEpsjmfdJ1-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9C9B4F-A05C-CCB2-8319-AC67E1751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-44196"/>
            <a:ext cx="1197864" cy="798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What is AI?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20931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3F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= Artificial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61011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smart computer program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learns from examples — just like YOU!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358785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EDE7FF"/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358785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358785"/>
            <a:ext cx="7315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stands for Artificial Intelligence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944001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F0FFF8"/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944001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944001"/>
            <a:ext cx="7315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lives inside phones, TVs, games &amp; toys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529217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EDE7FF"/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529217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529217"/>
            <a:ext cx="7315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just like you do — from examples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114433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F0FFF8"/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114433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4114433"/>
            <a:ext cx="7315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tool made by people to help people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DEF4421-20DF-DE9D-2E22-FF795128F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68" y="4510134"/>
            <a:ext cx="1197864" cy="798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🧑 Human vs AI 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Topic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88920" y="987552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88920" y="98755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🧑 Human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60720" y="987552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987552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🤖 AI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8549640" cy="566928"/>
          </a:xfrm>
          <a:prstGeom prst="rect">
            <a:avLst/>
          </a:prstGeom>
          <a:solidFill>
            <a:srgbClr val="EDE7FF"/>
          </a:solidFill>
          <a:ln w="1270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5361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life &amp; school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53619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millions of examples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8549640" cy="566928"/>
          </a:xfrm>
          <a:prstGeom prst="rect">
            <a:avLst/>
          </a:prstGeom>
          <a:solidFill>
            <a:srgbClr val="F5FAFF"/>
          </a:solidFill>
          <a:ln w="1270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17627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217627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forget things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21762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forgets!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816352"/>
            <a:ext cx="8549640" cy="566928"/>
          </a:xfrm>
          <a:prstGeom prst="rect">
            <a:avLst/>
          </a:prstGeom>
          <a:solidFill>
            <a:srgbClr val="EDE7FF"/>
          </a:solidFill>
          <a:ln w="1270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8163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88920" y="281635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speed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281635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fast 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456432"/>
            <a:ext cx="8549640" cy="566928"/>
          </a:xfrm>
          <a:prstGeom prst="rect">
            <a:avLst/>
          </a:prstGeom>
          <a:solidFill>
            <a:srgbClr val="F5FAFF"/>
          </a:solidFill>
          <a:ln w="1270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45643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88920" y="345643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Lots of feelings 💛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345643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feelings at all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4096512"/>
            <a:ext cx="8549640" cy="566928"/>
          </a:xfrm>
          <a:prstGeom prst="rect">
            <a:avLst/>
          </a:prstGeom>
          <a:solidFill>
            <a:srgbClr val="EDE7FF"/>
          </a:solidFill>
          <a:ln w="1270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09651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88920" y="409651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creative 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40965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instructions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DDB31AD-E6B5-64E2-401F-C0119E0A0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528" y="4663440"/>
            <a:ext cx="883472" cy="588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AI Is Around You Every Day!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3474720"/>
          </a:xfrm>
          <a:prstGeom prst="roundRect">
            <a:avLst>
              <a:gd name="adj" fmla="val 6897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🔓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 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unlocks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sees YOUR face!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474720"/>
          </a:xfrm>
          <a:prstGeom prst="roundRect">
            <a:avLst>
              <a:gd name="adj" fmla="val 6897"/>
            </a:avLst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📺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25146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2971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picks videos you'll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watch next!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3474720"/>
          </a:xfrm>
          <a:prstGeom prst="roundRect">
            <a:avLst>
              <a:gd name="adj" fmla="val 6897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🗺️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72200" y="25146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Maps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predicts traffic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best route!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3FC5"/>
                </a:solidFill>
              </a:rPr>
              <a:t>👋 Can you think of more examples?</a:t>
            </a:r>
            <a:endParaRPr lang="en-US" sz="15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467613-42AA-999D-A595-A2EC3B077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434840"/>
            <a:ext cx="1197864" cy="798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ound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A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Activity: AI Hunt Game!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25400">
            <a:solidFill>
              <a:srgbClr val="FFD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2A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Play: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1️⃣  Look at the picture sheet 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Circle every object that uses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Count how many AI objects you found!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Share with a partner — did you find the same ones? 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295202"/>
            <a:ext cx="8412480" cy="416435"/>
          </a:xfrm>
          <a:prstGeom prst="roundRect">
            <a:avLst>
              <a:gd name="adj" fmla="val 15385"/>
            </a:avLst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206239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Activity Link: abdelrahmansaeed28.wixsite.com/phase1-activity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159680-3BB9-7F98-15CD-8F15E1029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4542682"/>
            <a:ext cx="1197864" cy="798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Let's Talk About It!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412480" cy="1143000"/>
          </a:xfrm>
          <a:prstGeom prst="roundRect">
            <a:avLst>
              <a:gd name="adj" fmla="val 11200"/>
            </a:avLst>
          </a:prstGeom>
          <a:solidFill>
            <a:srgbClr val="EDE7FF"/>
          </a:solidFill>
          <a:ln w="12700">
            <a:solidFill>
              <a:srgbClr val="6C3FC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🧑‍⚕️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7269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Can you think of a job where AI might help humans, but shouldn't replace them completely? 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8412480" cy="1143000"/>
          </a:xfrm>
          <a:prstGeom prst="roundRect">
            <a:avLst>
              <a:gd name="adj" fmla="val 11200"/>
            </a:avLst>
          </a:prstGeom>
          <a:solidFill>
            <a:srgbClr val="FEFBE6"/>
          </a:solidFill>
          <a:ln w="12700">
            <a:solidFill>
              <a:srgbClr val="6C3FC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350008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🐱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463040" y="2395728"/>
            <a:ext cx="7269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If AI learned only from orange cats, could it recognize a black cat?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happen?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602736"/>
            <a:ext cx="8412480" cy="1143000"/>
          </a:xfrm>
          <a:prstGeom prst="roundRect">
            <a:avLst>
              <a:gd name="adj" fmla="val 11200"/>
            </a:avLst>
          </a:prstGeom>
          <a:solidFill>
            <a:srgbClr val="EDE7FF"/>
          </a:solidFill>
          <a:ln w="12700">
            <a:solidFill>
              <a:srgbClr val="6C3FC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648456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🏠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463040" y="3694176"/>
            <a:ext cx="7269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one thing you wish an AI could do for you at home or at school?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750961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C5"/>
                </a:solidFill>
              </a:rPr>
              <a:t>🖐️ Raise your hand to share your answer!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E5BC5D-9B6E-6450-4D51-CA00CB857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4591595"/>
            <a:ext cx="1197864" cy="798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Phase 1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DE7FF"/>
          </a:solidFill>
          <a:ln w="127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= Artificial Intelligence — a smart computer program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DE7FF"/>
          </a:solidFill>
          <a:ln w="127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AI learns from examples, just like you learn from practice!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DE7FF"/>
          </a:solidFill>
          <a:ln w="127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AI is all around us — phones, TVs, games, and more!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082123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0893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Coming up next: How does AI actually LEARN? Let's find out!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2638E9-1E30-7FB6-1F2B-E98BE531E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668" y="4700016"/>
            <a:ext cx="842264" cy="5615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552</Words>
  <Application>Microsoft Office PowerPoint</Application>
  <PresentationFormat>On-screen Show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Explorers Academy</dc:title>
  <dc:subject>PptxGenJS Presentation</dc:subject>
  <dc:creator>PptxGenJS</dc:creator>
  <cp:lastModifiedBy>abdelrahman abdelraouf</cp:lastModifiedBy>
  <cp:revision>9</cp:revision>
  <dcterms:created xsi:type="dcterms:W3CDTF">2026-05-02T11:22:20Z</dcterms:created>
  <dcterms:modified xsi:type="dcterms:W3CDTF">2026-06-04T19:38:48Z</dcterms:modified>
</cp:coreProperties>
</file>