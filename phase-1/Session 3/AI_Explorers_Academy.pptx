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5" r:id="rId4"/>
    <p:sldId id="276" r:id="rId5"/>
    <p:sldId id="277" r:id="rId6"/>
    <p:sldId id="279" r:id="rId7"/>
    <p:sldId id="278" r:id="rId8"/>
    <p:sldId id="280" r:id="rId9"/>
    <p:sldId id="281" r:id="rId10"/>
    <p:sldId id="282" r:id="rId11"/>
    <p:sldId id="283" r:id="rId12"/>
    <p:sldId id="285" r:id="rId13"/>
    <p:sldId id="284" r:id="rId14"/>
    <p:sldId id="28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18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A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9144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18288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7315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0" y="2743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0" y="54864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37360" y="475488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45720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48463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45720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0" y="466344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493776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640080"/>
            <a:ext cx="2560320" cy="2560320"/>
          </a:xfrm>
          <a:prstGeom prst="ellipse">
            <a:avLst/>
          </a:prstGeom>
          <a:solidFill>
            <a:srgbClr val="6C3FC5"/>
          </a:solidFill>
          <a:ln w="381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6858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2847703" y="1622080"/>
            <a:ext cx="61630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Explorers Academy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907792" y="25008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Artificial Intelligence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47703" y="29215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No Coding Required  •  Just Explore &amp; Have Fun! 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D60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86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002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00BFA5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002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002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718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8C0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718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9718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434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525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434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3434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150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1976D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7150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Life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866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43A047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866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866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Project! 🎮</a:t>
            </a:r>
            <a:endParaRPr lang="en-US" sz="12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729DCC2-4DA0-E92C-FF83-6BC9722AE301}"/>
              </a:ext>
            </a:extLst>
          </p:cNvPr>
          <p:cNvSpPr/>
          <p:nvPr/>
        </p:nvSpPr>
        <p:spPr>
          <a:xfrm>
            <a:off x="2999232" y="795528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Voice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Summer Camp 2026</a:t>
            </a:r>
            <a:endParaRPr lang="en-US" sz="36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B5480D5-9937-1C0A-1A8D-27FC4120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926" y="-125712"/>
            <a:ext cx="1666441" cy="11109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23436E0-7DA6-49D4-DCB3-9548A49B2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89" y="-176022"/>
            <a:ext cx="1817370" cy="1211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Your AI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6A"/>
                </a:solidFill>
              </a:rPr>
              <a:t>6 exciting stops along the way!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4088" y="3172968"/>
            <a:ext cx="8021902" cy="73152"/>
          </a:xfrm>
          <a:prstGeom prst="rect">
            <a:avLst/>
          </a:prstGeom>
          <a:solidFill>
            <a:srgbClr val="6C3FC5">
              <a:alpha val="50000"/>
            </a:srgbClr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AI?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86968" y="2953512"/>
            <a:ext cx="164592" cy="164592"/>
          </a:xfrm>
          <a:prstGeom prst="ellipse">
            <a:avLst/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FC5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Learns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examples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04288" y="2953512"/>
            <a:ext cx="164592" cy="164592"/>
          </a:xfrm>
          <a:prstGeom prst="ellipse">
            <a:avLst/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7685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4612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Patterns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Spotting the repeat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21608" y="2953512"/>
            <a:ext cx="164592" cy="164592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9417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00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6344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Predictions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guesses!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38928" y="2953512"/>
            <a:ext cx="164592" cy="164592"/>
          </a:xfrm>
          <a:prstGeom prst="ellipse">
            <a:avLst/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1149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08076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Daily Life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everywhere!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56248" y="2953512"/>
            <a:ext cx="164592" cy="164592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2881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76D2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9808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9808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49808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Project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&amp; celebrate!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73568" y="2953512"/>
            <a:ext cx="164592" cy="164592"/>
          </a:xfrm>
          <a:prstGeom prst="ellipse">
            <a:avLst/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4613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Ready? Let's explore AI together!</a:t>
            </a:r>
            <a:endParaRPr lang="en-US" sz="18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A230E1B-A4A3-003E-74A8-9A92E8477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4727448"/>
            <a:ext cx="685800" cy="457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02D336C-A73C-67DE-FFAA-568EE289B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251" y="4663440"/>
            <a:ext cx="888749" cy="59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8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🔍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Finds Patterns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amazing superpower!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66675C-7B0B-268D-F9AD-A568EF39F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4258E0-317B-A1B3-686C-B7EBC123C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What Is a Pattern?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pattern is something that repeats in a predictable way!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AMAZING at spotting patterns — even hidden ones 🕵️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1993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Patterns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Faces, cats, dogs, traffic signs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🎵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15000" y="1993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 Patterns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2468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Music, voices, alarms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3410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 Patterns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watch, buy, or click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33756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38328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15000" y="3410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 Patterns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you use most often</a:t>
            </a:r>
            <a:endParaRPr lang="en-US" sz="13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F69F52F0-E014-A086-0FA7-142024D5CEE1}"/>
              </a:ext>
            </a:extLst>
          </p:cNvPr>
          <p:cNvSpPr/>
          <p:nvPr/>
        </p:nvSpPr>
        <p:spPr>
          <a:xfrm>
            <a:off x="365760" y="4617720"/>
            <a:ext cx="8458200" cy="424543"/>
          </a:xfrm>
          <a:prstGeom prst="roundRect">
            <a:avLst>
              <a:gd name="adj" fmla="val 15385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r>
              <a:rPr lang="en-US" dirty="0"/>
              <a:t>🔗 Video Link: https://youtu.be/jEBLCZ6LtPM?si=IQ3O7X53G568QEpN</a:t>
            </a:r>
          </a:p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51BA70-01B1-4414-01CA-C1E43D7EB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28" y="-45720"/>
            <a:ext cx="842264" cy="5615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0C7518-9538-A2BC-9419-222BD33DA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786" y="-183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AI Patterns in Real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🔓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 Unlock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your face pattern — every unique dot and curve!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⛅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patterns in temperature and clouds to predict rain!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🎵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Shazam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Recognizes a song's sound wave pattern in seconds!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C0FDC6-DFA0-B1A2-7896-2FB7131C3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A54BC4-91DF-7B05-41EA-7C26E5E5A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Activity: Pattern Detective!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1272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the hidden patterns! 🕵️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You'll see a sequence of shapes, colors, or numbers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Look carefully — what repeats? What comes next?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Write your guess on your sheet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Compare with your classmates — did you find it?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315968"/>
            <a:ext cx="8412480" cy="425849"/>
          </a:xfrm>
          <a:prstGeom prst="roundRect">
            <a:avLst>
              <a:gd name="adj" fmla="val 15385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26110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Activity Link: abdelrahmansaeed28.wixstudio.com/phase3-activity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5C5B84-55BB-CEA2-5390-C346D63D9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BF838A-FE91-2439-0D20-5D7537D70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Quick Question!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Netflix suggest shows you might like?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guesses randomly 🎲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606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found YOUR watching pattern 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08760" y="3886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told Netflix 🤷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56DECA-7266-65C9-BF52-BBB8D7F1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16DD37-1B75-3AA6-491C-2953B30EB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3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Patterns are things that repeat in a predictable way!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 AI spots patterns in images, sounds, behavior &amp; language!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Netflix and Spotify use YOUR patterns to suggest things!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Coming next: AI makes smart guesses about the FUTURE! 🔮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994282-5338-E219-F57A-637B926DE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639" y="0"/>
            <a:ext cx="842264" cy="561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0A4A87-A019-558B-0C50-6BC07D7A5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597" y="27412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52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🔮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Makes Predictions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guesses about the future!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A74BA-8A8B-C191-AF60-AFCE335A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F5C746-E7DA-A71A-B629-DFC871DE1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🔮 What Is a Prediction?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prediction is a smart guess based on patterns!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data AI has, the better its guesses! 🎯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Prediction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says '80% chance of rain today!'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⌨️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1500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Keyboard Autocomplete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guesses your next word!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Gets Better with 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= better predictions!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38328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4290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Fast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1500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predicts in milliseconds!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8AA6C3B-EFB5-0042-2754-E7B241FD7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D48098-691F-B897-26C5-50466E6EE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Predictions in Real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📱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Autocomplete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predicts what word you'll type next!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⚽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Sports AI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3756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player injuries and match outcomes!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🎬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 Next Episode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20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which show you want to watch next!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F62C00-4631-4872-5F26-725FDF6F7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652AEC-AA43-CFE5-220C-33DBDDA9F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Activity: Future Predictor Game!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1272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a human prediction machine! 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Look at the clues shown on the screen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Make your best PREDICTION — what comes next?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See if your prediction was correct!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Discuss: how is this like what AI does? 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315969"/>
            <a:ext cx="8412480" cy="297180"/>
          </a:xfrm>
          <a:prstGeom prst="roundRect">
            <a:avLst>
              <a:gd name="adj" fmla="val 15385"/>
            </a:avLst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6688" y="4176389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Activity: claude.ai/public/artifacts/61965808-89f4-4b6d-aa7b-09cc3c586626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DCE885-16E6-9644-2A16-40CAE5E13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511FEF-F825-10BD-B99C-F15A3DA4F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Quick Question!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helps AI make better predictions?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examples 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606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&amp; examples 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08760" y="3886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break 😴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A6E1F2-CD76-FB10-4286-16BA77E2E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C5DCDE-32F6-9442-B9D8-9EA5BEA69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4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EBEE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A prediction is a smart guess based on patterns!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EBEE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More data = better, smarter predictions!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EBEE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AI makes predictions in milliseconds — super fast!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097995"/>
            <a:ext cx="8229600" cy="561509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4018345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Next: AI in YOUR daily life — it's everywhere! 📱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C9AEFE-99F2-3755-F491-C3322D448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E8475E-0BE7-BFDE-A0E0-46D953CC4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679</Words>
  <Application>Microsoft Office PowerPoint</Application>
  <PresentationFormat>On-screen Show (16:9)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Explorers Academy</dc:title>
  <dc:subject>PptxGenJS Presentation</dc:subject>
  <dc:creator>PptxGenJS</dc:creator>
  <cp:lastModifiedBy>abdelrahman abdelraouf</cp:lastModifiedBy>
  <cp:revision>9</cp:revision>
  <dcterms:created xsi:type="dcterms:W3CDTF">2026-05-02T11:22:20Z</dcterms:created>
  <dcterms:modified xsi:type="dcterms:W3CDTF">2026-06-11T23:45:49Z</dcterms:modified>
</cp:coreProperties>
</file>