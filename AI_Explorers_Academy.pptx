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1" r:id="rId26"/>
    <p:sldId id="282" r:id="rId27"/>
    <p:sldId id="283" r:id="rId28"/>
    <p:sldId id="285" r:id="rId29"/>
    <p:sldId id="284" r:id="rId30"/>
    <p:sldId id="286" r:id="rId31"/>
    <p:sldId id="287" r:id="rId32"/>
    <p:sldId id="288" r:id="rId33"/>
    <p:sldId id="289" r:id="rId34"/>
    <p:sldId id="291" r:id="rId35"/>
    <p:sldId id="290" r:id="rId36"/>
    <p:sldId id="292" r:id="rId37"/>
    <p:sldId id="293" r:id="rId38"/>
    <p:sldId id="295" r:id="rId39"/>
    <p:sldId id="296" r:id="rId40"/>
    <p:sldId id="297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18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A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9144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18288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7315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0" y="2743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0" y="54864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37360" y="475488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45720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48463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45720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0" y="466344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493776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640080"/>
            <a:ext cx="2560320" cy="2560320"/>
          </a:xfrm>
          <a:prstGeom prst="ellipse">
            <a:avLst/>
          </a:prstGeom>
          <a:solidFill>
            <a:srgbClr val="6C3FC5"/>
          </a:solidFill>
          <a:ln w="381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6858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2847703" y="1622080"/>
            <a:ext cx="61630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Explorers Academy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907792" y="250088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Discovering Artificial Intelligence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847703" y="29215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No Coding Required  •  Just Explore &amp; Have Fun! 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D60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286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002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00BFA5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002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002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718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8C0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718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9718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434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525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434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3434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150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1976D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150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7150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Life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866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43A047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866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866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Project! 🎮</a:t>
            </a:r>
            <a:endParaRPr lang="en-US" sz="12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729DCC2-4DA0-E92C-FF83-6BC9722AE301}"/>
              </a:ext>
            </a:extLst>
          </p:cNvPr>
          <p:cNvSpPr/>
          <p:nvPr/>
        </p:nvSpPr>
        <p:spPr>
          <a:xfrm>
            <a:off x="2999232" y="795528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Voice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Summer Camp 2026</a:t>
            </a:r>
            <a:endParaRPr lang="en-US" sz="36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B5480D5-9937-1C0A-1A8D-27FC4120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926" y="-125712"/>
            <a:ext cx="1666441" cy="11109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23436E0-7DA6-49D4-DCB3-9548A49B2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389" y="-176022"/>
            <a:ext cx="1817370" cy="1211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Your AI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6A"/>
                </a:solidFill>
              </a:rPr>
              <a:t>6 exciting stops along the way!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04088" y="3172968"/>
            <a:ext cx="8021902" cy="73152"/>
          </a:xfrm>
          <a:prstGeom prst="rect">
            <a:avLst/>
          </a:prstGeom>
          <a:solidFill>
            <a:srgbClr val="6C3FC5">
              <a:alpha val="50000"/>
            </a:srgbClr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AI?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86968" y="2953512"/>
            <a:ext cx="164592" cy="164592"/>
          </a:xfrm>
          <a:prstGeom prst="ellipse">
            <a:avLst/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3FC5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Learns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examples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04288" y="2953512"/>
            <a:ext cx="164592" cy="164592"/>
          </a:xfrm>
          <a:prstGeom prst="ellipse">
            <a:avLst/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7685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4612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Patterns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Spotting the repeat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21608" y="2953512"/>
            <a:ext cx="164592" cy="164592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9417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00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🔮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6344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Predictions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guesses!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38928" y="2953512"/>
            <a:ext cx="164592" cy="164592"/>
          </a:xfrm>
          <a:prstGeom prst="ellipse">
            <a:avLst/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1149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08076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Daily Life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everywhere!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56248" y="2953512"/>
            <a:ext cx="164592" cy="164592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2881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76D2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9808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9808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49808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Project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&amp; celebrate!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973568" y="2953512"/>
            <a:ext cx="164592" cy="164592"/>
          </a:xfrm>
          <a:prstGeom prst="ellipse">
            <a:avLst/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94613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Ready? Let's explore AI together!</a:t>
            </a:r>
            <a:endParaRPr lang="en-US" sz="18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A230E1B-A4A3-003E-74A8-9A92E8477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4727448"/>
            <a:ext cx="685800" cy="4572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02D336C-A73C-67DE-FFAA-568EE289B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251" y="4663440"/>
            <a:ext cx="888749" cy="59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C3F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🤔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 to 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 and where do we find it?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3BF101-6445-A484-EE9E-97CD1719D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963" y="4484249"/>
            <a:ext cx="1126037" cy="7506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9015FF-7E5D-9A57-530C-1D1FE6CDE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106" y="4562417"/>
            <a:ext cx="868902" cy="579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Warm-Up Questions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🤚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if you've used a phone today!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577840" y="10515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here plays video games?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02336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🎵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anyone use YouTube or Spotify?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77840" y="288036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think a AI can do?</a:t>
            </a:r>
            <a:endParaRPr lang="en-US" sz="15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D710C436-4B84-0ED2-9E27-CD9EC4DDBBAD}"/>
              </a:ext>
            </a:extLst>
          </p:cNvPr>
          <p:cNvSpPr/>
          <p:nvPr/>
        </p:nvSpPr>
        <p:spPr>
          <a:xfrm>
            <a:off x="365760" y="438912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🔗 Video Link: </a:t>
            </a:r>
            <a:r>
              <a:rPr lang="en-US" dirty="0"/>
              <a:t>https://youtu.be/kQPC4_DsJ8I?si=RPHIZpEpsjmfdJ1-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797240-CD06-2227-C969-2E183DC88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740" y="15092"/>
            <a:ext cx="736899" cy="4912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CAA15E-C8EC-4FF6-2C1D-ECEAE8B48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-51616"/>
            <a:ext cx="997358" cy="664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What is AI?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3F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= Artificial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smart computer program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learns from examples — just like YOU!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489414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EDE7FF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489414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489414"/>
            <a:ext cx="7315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stands for Artificial Intelligence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074630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F0FFF8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074630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074630"/>
            <a:ext cx="7315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lives inside phones, TVs, games &amp; toys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659846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EDE7FF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659846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659846"/>
            <a:ext cx="7315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just like you do — from examples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245062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F0FFF8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245062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4245062"/>
            <a:ext cx="7315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tool made by people to help people</a:t>
            </a:r>
            <a:endParaRPr lang="en-US" sz="1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B10C73-DABC-E7F1-E660-AB12D6B02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718264"/>
            <a:ext cx="883472" cy="5889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1AFBF4E-95D2-2319-89DD-36DA5AD67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506" y="4786804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 Human vs AI 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Topic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88920" y="987552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88920" y="9875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🧑 Human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0" y="987552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987552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🤖 AI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8549640" cy="566928"/>
          </a:xfrm>
          <a:prstGeom prst="rect">
            <a:avLst/>
          </a:prstGeom>
          <a:solidFill>
            <a:srgbClr val="EDE7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5361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life &amp; school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53619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millions of examples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8549640" cy="566928"/>
          </a:xfrm>
          <a:prstGeom prst="rect">
            <a:avLst/>
          </a:prstGeom>
          <a:solidFill>
            <a:srgbClr val="F5FA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17627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217627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forget things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21762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forgets!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816352"/>
            <a:ext cx="8549640" cy="566928"/>
          </a:xfrm>
          <a:prstGeom prst="rect">
            <a:avLst/>
          </a:prstGeom>
          <a:solidFill>
            <a:srgbClr val="EDE7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8163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88920" y="281635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speed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8163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fast 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456432"/>
            <a:ext cx="8549640" cy="566928"/>
          </a:xfrm>
          <a:prstGeom prst="rect">
            <a:avLst/>
          </a:prstGeom>
          <a:solidFill>
            <a:srgbClr val="F5FA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45643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88920" y="345643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Lots of feelings 💛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345643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feelings at all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4096512"/>
            <a:ext cx="8549640" cy="566928"/>
          </a:xfrm>
          <a:prstGeom prst="rect">
            <a:avLst/>
          </a:prstGeom>
          <a:solidFill>
            <a:srgbClr val="EDE7FF"/>
          </a:solidFill>
          <a:ln w="1270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0965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88920" y="409651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creative 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40965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instructions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DDB31AD-E6B5-64E2-401F-C0119E0A0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718264"/>
            <a:ext cx="883472" cy="58898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BE0EB81-28C0-C3DC-11C4-DFB0C0ECE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506" y="4786804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AI Is Around You Every Day!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3474720"/>
          </a:xfrm>
          <a:prstGeom prst="roundRect">
            <a:avLst>
              <a:gd name="adj" fmla="val 6897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🔓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 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unlocks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sees YOUR face!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474720"/>
          </a:xfrm>
          <a:prstGeom prst="roundRect">
            <a:avLst>
              <a:gd name="adj" fmla="val 6897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📺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5146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971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picks videos you'll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watch next!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3474720"/>
          </a:xfrm>
          <a:prstGeom prst="roundRect">
            <a:avLst>
              <a:gd name="adj" fmla="val 6897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🗺️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72200" y="25146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Maps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predicts traffic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best route!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FC5"/>
                </a:solidFill>
              </a:rPr>
              <a:t>👋 Can you think of more examples?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B1C0D5-C463-A8A4-1B3F-1583DF6F5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718264"/>
            <a:ext cx="883472" cy="5889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FF2F53-86EA-AB9A-D61E-DAF268C51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506" y="4786804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Activity: AI Hunt Game!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25400">
            <a:solidFill>
              <a:srgbClr val="FFD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Play: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Look at the picture sheet 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Circle every object that uses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Count how many AI objects you found!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Share with a partner — did you find the same ones? 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270168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24550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Activity Link: abdelrahmansaeed28.wixsite.com/phase1-activity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DC2786-927B-1F49-2A69-CB94F33BC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010" y="4759835"/>
            <a:ext cx="780662" cy="5204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15CA00-F9AC-C3F7-09A4-0D392DF3D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666" y="475983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Let's Talk About It!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43000"/>
          </a:xfrm>
          <a:prstGeom prst="roundRect">
            <a:avLst>
              <a:gd name="adj" fmla="val 11200"/>
            </a:avLst>
          </a:prstGeom>
          <a:solidFill>
            <a:srgbClr val="EDE7FF"/>
          </a:solidFill>
          <a:ln w="12700">
            <a:solidFill>
              <a:srgbClr val="6C3FC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🧑‍⚕️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7269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think of a job where AI might help humans, but shouldn't replace them completely? 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350008"/>
            <a:ext cx="8412480" cy="1143000"/>
          </a:xfrm>
          <a:prstGeom prst="roundRect">
            <a:avLst>
              <a:gd name="adj" fmla="val 11200"/>
            </a:avLst>
          </a:prstGeom>
          <a:solidFill>
            <a:srgbClr val="FEFBE6"/>
          </a:solidFill>
          <a:ln w="12700">
            <a:solidFill>
              <a:srgbClr val="6C3FC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🐱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371600" y="2441448"/>
            <a:ext cx="7269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AI learned only from orange cats, could it recognize a black cat?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happen?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648456"/>
            <a:ext cx="8412480" cy="1143000"/>
          </a:xfrm>
          <a:prstGeom prst="roundRect">
            <a:avLst>
              <a:gd name="adj" fmla="val 11200"/>
            </a:avLst>
          </a:prstGeom>
          <a:solidFill>
            <a:srgbClr val="EDE7FF"/>
          </a:solidFill>
          <a:ln w="12700">
            <a:solidFill>
              <a:srgbClr val="6C3FC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694176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🏠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371600" y="3739896"/>
            <a:ext cx="7269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thing you wish an AI could do for you at home or at school?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4796681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C5"/>
                </a:solidFill>
              </a:rPr>
              <a:t>🖐️ Raise your hand to share your answer!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F9C3B7-E293-C4E1-4AE2-BD4C99FC5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408" y="4745736"/>
            <a:ext cx="842264" cy="561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83CD41-8800-20B2-5A75-9EAD8388A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226" y="4786804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Mini Quiz — Phase 1!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5214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does the 'A' in AI stand for?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7955280" cy="457200"/>
          </a:xfrm>
          <a:prstGeom prst="roundRect">
            <a:avLst>
              <a:gd name="adj" fmla="val 14000"/>
            </a:avLst>
          </a:prstGeom>
          <a:solidFill>
            <a:srgbClr val="EDE7FF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Artificial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841248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41401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Name 2 devices in your home that use AI.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889504"/>
            <a:ext cx="7955280" cy="457200"/>
          </a:xfrm>
          <a:prstGeom prst="roundRect">
            <a:avLst>
              <a:gd name="adj" fmla="val 14000"/>
            </a:avLst>
          </a:prstGeom>
          <a:solidFill>
            <a:srgbClr val="EDE7FF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8895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Phone, TV, Smart Speaker...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621024"/>
            <a:ext cx="841248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67588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How is AI learning different from memorizing?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151376"/>
            <a:ext cx="7955280" cy="457200"/>
          </a:xfrm>
          <a:prstGeom prst="roundRect">
            <a:avLst>
              <a:gd name="adj" fmla="val 14000"/>
            </a:avLst>
          </a:prstGeom>
          <a:solidFill>
            <a:srgbClr val="EDE7FF"/>
          </a:solidFill>
          <a:ln w="12700">
            <a:solidFill>
              <a:srgbClr val="6C3FC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15137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learns from examples &amp; gets better!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44F833-7C21-F817-0B58-8F68AE599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408" y="4745736"/>
            <a:ext cx="842264" cy="5615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14DC02-7CB0-788C-1A7E-43FD9D45B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226" y="4786804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Phase 1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DE7FF"/>
          </a:solidFill>
          <a:ln w="127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= Artificial Intelligence — a smart computer program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DE7FF"/>
          </a:solidFill>
          <a:ln w="127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AI learns from examples, just like you learn from practice!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DE7FF"/>
          </a:solidFill>
          <a:ln w="127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AI is all around us — phones, TVs, games, and more!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082123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0893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Coming up next: How does AI actually LEARN? Let's find out!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2638E9-1E30-7FB6-1F2B-E98BE531E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408" y="4745736"/>
            <a:ext cx="842264" cy="561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3EB032-1B2E-E2F4-9490-272E4837D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226" y="4786804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B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📚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Learns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examples, and practice!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53B4C-6393-ABA9-C7AB-118C0A5FD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036" y="4707970"/>
            <a:ext cx="842264" cy="561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EBBB2A-B7D5-1FCA-424F-5529A1C7A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096" y="4754880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How Does AI Learn?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by seeing LOTS and LOTS of examples!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examples it sees, the smarter it gets 🧠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20116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by seeing LOTS of examples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92024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96596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623560" y="20116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examples = Smarter AI!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🏋️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80160" y="34290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process is called 'Training'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09160" y="333756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338328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23560" y="34290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practices over and over — millions of times!</a:t>
            </a:r>
            <a:endParaRPr lang="en-US" sz="15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E59509EB-43AC-81B6-E4F8-A549EE27932C}"/>
              </a:ext>
            </a:extLst>
          </p:cNvPr>
          <p:cNvSpPr/>
          <p:nvPr/>
        </p:nvSpPr>
        <p:spPr>
          <a:xfrm>
            <a:off x="365760" y="4686300"/>
            <a:ext cx="8458200" cy="411480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r>
              <a:rPr lang="en-US" dirty="0"/>
              <a:t>🔗 Video Link: https://youtu.be/zXxuxJvRddU?si=MRuhE4kXOtpoV6A4</a:t>
            </a:r>
            <a:endParaRPr lang="en-US" dirty="0">
              <a:effectLst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661355-B7A1-225F-7D84-5117E2100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28" y="-45720"/>
            <a:ext cx="842264" cy="5615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45FD65-AC25-22AA-4956-A276312E2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786" y="-183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Inside the Training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35661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143000"/>
            <a:ext cx="914400" cy="914400"/>
          </a:xfrm>
          <a:prstGeom prst="ellipse">
            <a:avLst/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1762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8895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 Examples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41985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pictures, texts, or sounds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404872"/>
            <a:ext cx="118872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13432" y="217627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50592" y="1051560"/>
            <a:ext cx="2011680" cy="35661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99232" y="1143000"/>
            <a:ext cx="914400" cy="914400"/>
          </a:xfrm>
          <a:prstGeom prst="ellipse">
            <a:avLst/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99232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50592" y="21762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🔮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42032" y="28895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 &amp; Guess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42032" y="341985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looks at an example and makes a guess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62272" y="2404872"/>
            <a:ext cx="118872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43984" y="217627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81144" y="1051560"/>
            <a:ext cx="2011680" cy="35661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29784" y="1143000"/>
            <a:ext cx="914400" cy="914400"/>
          </a:xfrm>
          <a:prstGeom prst="ellipse">
            <a:avLst/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9784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81144" y="21762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672584" y="28895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 Millions of Times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72584" y="341985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practicing over and over!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92824" y="2404872"/>
            <a:ext cx="118872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74536" y="217627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711696" y="1051560"/>
            <a:ext cx="2011680" cy="35661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60336" y="1143000"/>
            <a:ext cx="914400" cy="914400"/>
          </a:xfrm>
          <a:prstGeom prst="ellipse">
            <a:avLst/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60336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711696" y="21762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🧪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803136" y="28895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on New Data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03136" y="341985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 examples it has NEVER seen before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0C0B956-A092-CB7C-203D-69EBD9EFB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700903"/>
            <a:ext cx="842264" cy="5615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E78CA94-BC3E-E4C4-A122-C2044C68F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362" y="4719287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Quick Question!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process of teaching AI called?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Sleeping 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606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🏋️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08760" y="3886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87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Cooking 🍳</a:t>
            </a:r>
            <a:endParaRPr lang="en-US" sz="1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AD0EB79-C0A7-9D17-80C4-103DAB657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80D0F8-20EA-A1C9-70A7-4E9A99B13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AI Learning in Real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🎵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from billions of songs to find music YOU love!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🚗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Self-Driving Cars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millions of road pictures to drive safely!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🦜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Duolingo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20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how students make mistakes to teach better!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91DE48-A715-F98D-49CE-88B28200B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471F64-BA14-57A4-6352-66A7F4ED2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Activity: Teach the Teacher!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1272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the AI! 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Your teacher shows you a card (animal, shape, or fruit)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Guess what it is — like an AI guessing!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Each round you see MORE examples and get smarter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Watch how your guesses improve with more examples! 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315968"/>
            <a:ext cx="8412480" cy="366647"/>
          </a:xfrm>
          <a:prstGeom prst="roundRect">
            <a:avLst>
              <a:gd name="adj" fmla="val 15385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246945"/>
            <a:ext cx="8412480" cy="516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Activity Link: abdelrahmansaeed28.wixstudio.com/phase2-activity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E33AD-E3FE-9E03-E8A9-761332C95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0EB1F1-DB17-4E4C-A55E-9E8403F18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Phase 2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8F8F5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AI learns by seeing lots and lots of examples!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8F8F5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More examples = A smarter AI!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8F8F5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 The process is called TRAINING — like working out!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Next up: AI's secret superpower — Finding Patterns! 🔍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294F40-85FB-7937-227B-DFA31EB0B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28" y="-45720"/>
            <a:ext cx="842264" cy="561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BFD362-DE2B-B773-18C2-5968624D2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786" y="-183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8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🔍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Finds Patterns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amazing superpower!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66675C-7B0B-268D-F9AD-A568EF39F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4258E0-317B-A1B3-686C-B7EBC123C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What Is a Pattern?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pattern is something that repeats in a predictable way!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AMAZING at spotting patterns — even hidden ones 🕵️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1993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Patterns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Faces, cats, dogs, traffic signs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96596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🎵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15000" y="1993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 Patterns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2468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Music, voices, alarms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71600" y="34107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Behavior Patterns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watch, buy, or click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33756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38328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15000" y="34107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Language Patterns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you use most often</a:t>
            </a:r>
            <a:endParaRPr lang="en-US" sz="13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F69F52F0-E014-A086-0FA7-142024D5CEE1}"/>
              </a:ext>
            </a:extLst>
          </p:cNvPr>
          <p:cNvSpPr/>
          <p:nvPr/>
        </p:nvSpPr>
        <p:spPr>
          <a:xfrm>
            <a:off x="365760" y="4617720"/>
            <a:ext cx="8458200" cy="424543"/>
          </a:xfrm>
          <a:prstGeom prst="roundRect">
            <a:avLst>
              <a:gd name="adj" fmla="val 15385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r>
              <a:rPr lang="en-US" dirty="0"/>
              <a:t>🔗 Video Link: https://youtu.be/jEBLCZ6LtPM?si=IQ3O7X53G568QEpN</a:t>
            </a:r>
          </a:p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51BA70-01B1-4414-01CA-C1E43D7EB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28" y="-45720"/>
            <a:ext cx="842264" cy="5615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90C7518-9538-A2BC-9419-222BD33DA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786" y="-183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AI Patterns in Real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🔓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 Unlock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your face pattern — every unique dot and curve!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⛅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patterns in temperature and clouds to predict rain!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🎵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Shazam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20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Recognizes a song's sound wave pattern in seconds!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C0FDC6-DFA0-B1A2-7896-2FB7131C3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A54BC4-91DF-7B05-41EA-7C26E5E5A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Activity: Pattern Detective!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1272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the hidden patterns! 🕵️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You'll see a sequence of shapes, colors, or numbers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Look carefully — what repeats? What comes next?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Write your guess on your sheet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Compare with your classmates — did you find it? 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315968"/>
            <a:ext cx="8412480" cy="425849"/>
          </a:xfrm>
          <a:prstGeom prst="roundRect">
            <a:avLst>
              <a:gd name="adj" fmla="val 15385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26110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Activity Link: abdelrahmansaeed28.wixstudio.com/phase3-activity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5C5B84-55BB-CEA2-5390-C346D63D9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BF838A-FE91-2439-0D20-5D7537D70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Quick Question!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Netflix suggest shows you might like?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guesses randomly 🎲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606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found YOUR watching pattern 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08760" y="3886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87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told Netflix 🤷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56DECA-7266-65C9-BF52-BBB8D7F1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16DD37-1B75-3AA6-491C-2953B30EB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Phase 3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Patterns are things that repeat in a predictable way!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 AI spots patterns in images, sounds, behavior &amp; language!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 Netflix and Spotify use YOUR patterns to suggest things!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Coming next: AI makes smart guesses about the FUTURE! 🔮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994282-5338-E219-F57A-637B926DE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639" y="0"/>
            <a:ext cx="842264" cy="561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0A4A87-A019-558B-0C50-6BC07D7A5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597" y="27412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52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🔮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Makes Predictions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guesses about the future!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A74BA-8A8B-C191-AF60-AFCE335A1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F5C746-E7DA-A71A-B629-DFC871DE1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🔮 What Is a Prediction?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prediction is a smart guess based on patterns!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data AI has, the better its guesses! 🎯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Prediction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says '80% chance of rain today!'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96596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⌨️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1500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Keyboard Autocomplete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guesses your next word!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Gets Better with Data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= better predictions!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38328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4290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15000" y="3474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Fast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1500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predicts in milliseconds!</a:t>
            </a:r>
            <a:endParaRPr lang="en-US" sz="1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8AA6C3B-EFB5-0042-2754-E7B241FD7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D48098-691F-B897-26C5-50466E6EE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Predictions in Real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📱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Autocomplete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predicts what word you'll type next!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⚽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Sports AI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3756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player injuries and match outcomes!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🎬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 Next Episode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7220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which show you want to watch next!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F62C00-4631-4872-5F26-725FDF6F7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652AEC-AA43-CFE5-220C-33DBDDA9F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Activity: Future Predictor Game!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1272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a human prediction machine! 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Look at the clues shown on the screen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Make your best PREDICTION — what comes next?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See if your prediction was correct!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Discuss: how is this like what AI does? 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315969"/>
            <a:ext cx="8412480" cy="297180"/>
          </a:xfrm>
          <a:prstGeom prst="roundRect">
            <a:avLst>
              <a:gd name="adj" fmla="val 15385"/>
            </a:avLst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6688" y="4176389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Activity: claude.ai/public/artifacts/61965808-89f4-4b6d-aa7b-09cc3c586626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DCE885-16E6-9644-2A16-40CAE5E13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511FEF-F825-10BD-B99C-F15A3DA4F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Quick Question!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helps AI make better predictions?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examples 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606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&amp; examples 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08760" y="3886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87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break 😴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A6E1F2-CD76-FB10-4286-16BA77E2E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C5DCDE-32F6-9442-B9D8-9EA5BEA69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Phase 4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EBEE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A prediction is a smart guess based on patterns!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EBEE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More data = better, smarter predictions!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EBEE"/>
          </a:solidFill>
          <a:ln w="12700">
            <a:solidFill>
              <a:srgbClr val="FF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AI makes predictions in milliseconds — super fast!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097995"/>
            <a:ext cx="8229600" cy="561509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4018345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Next: AI in YOUR daily life — it's everywhere! 📱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C9AEFE-99F2-3755-F491-C3322D448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E8475E-0BE7-BFDE-A0E0-46D953CC4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📱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 Daily Life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everywhere around you!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03CAE-7383-5CC9-8A76-05CB4BBA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B38113-B4BE-F10F-6F41-EEEE7E07F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AI Is Everywhere!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when you wake up to when you go to sleep —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always there helping you! 🌅➡️🌙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377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ranks the best results for you!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87452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📺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02336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2377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picks your next video!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0372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Games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2377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controls game characters!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43000" y="3337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Assistant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794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 &amp; Alexa understand your voice!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24612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329184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023360" y="3337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Devices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3794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TVs, tablets learn your habits!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24612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3291840"/>
            <a:ext cx="731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03720" y="3337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3794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the fastest route!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62072C5-7914-7CD9-0E40-4DC6E5484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41FA56E-8C02-D629-38C2-0A185B6B2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🤔 Helpful AI vs. Things to Think About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886200"/>
          </a:xfrm>
          <a:prstGeom prst="roundRect">
            <a:avLst>
              <a:gd name="adj" fmla="val 3529"/>
            </a:avLst>
          </a:prstGeom>
          <a:solidFill>
            <a:srgbClr val="43A047">
              <a:alpha val="15000"/>
            </a:srgbClr>
          </a:solidFill>
          <a:ln w="254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Clearly Helpful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AI helps doctors find diseases early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1401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Translates languages instantly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638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  Helps people with disabilities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Personalizes learning for you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023360" cy="3886200"/>
          </a:xfrm>
          <a:prstGeom prst="roundRect">
            <a:avLst>
              <a:gd name="adj" fmla="val 3529"/>
            </a:avLst>
          </a:prstGeom>
          <a:solidFill>
            <a:srgbClr val="FFD600">
              <a:alpha val="20000"/>
            </a:srgbClr>
          </a:solidFill>
          <a:ln w="254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Think About It!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Privacy — AI collects data about you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41401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📵  Screen time — AI is designed to keep you watching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1638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 Always ask: who made this AI and why?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9136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AI can make mistakes!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43A611-ED05-A515-029E-3A7C92BC0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026" y="4802423"/>
            <a:ext cx="775014" cy="5166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57508D-F457-5F6B-1D57-9475955E0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980" y="4802422"/>
            <a:ext cx="759170" cy="5061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📓 Activity: My AI Day Journal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Did I use AI today?   ⭕ YES    ⭕ NO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Where did I see AI? Check what you used: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Watching videos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2084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Playing games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72200" y="2084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Searching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50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Maps / directions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450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Talking to an assistant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2450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Smart devices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7121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or Not? Circle the answer: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YouTube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A047"/>
                </a:solidFill>
              </a:rPr>
              <a:t>✅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32918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Traffic light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6118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252"/>
                </a:solidFill>
              </a:rPr>
              <a:t>❌ NOT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2918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Robot vacuum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A047"/>
                </a:solidFill>
              </a:rPr>
              <a:t>✅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32918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Book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36118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252"/>
                </a:solidFill>
              </a:rPr>
              <a:t>❌ NOT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helps me: ☐ learn  ☐ have fun  ☐ find things  ☐ I'm not sure yet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EA0877D-104F-2D63-5D66-BE9031D4E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018" y="4790442"/>
            <a:ext cx="734661" cy="4897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20B6EE6-50CA-66C4-8F45-52425001B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457" y="4807130"/>
            <a:ext cx="676004" cy="4506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Quick Question!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apps show you more of what you already like?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out of new videos 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606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found your pattern to keep you watching! 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08760" y="3886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87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friends control it 🤷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56E711A-F7CB-E373-AB2F-3D0197C01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581991"/>
            <a:ext cx="842264" cy="5615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EF40D6-3263-3159-9E88-2439FB75F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6044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Phase 5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AI is everywhere — phones, TVs, games, search engines!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Apps use AI to show you more of what you already like!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 It's important to think about HOW and WHY AI is used!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Almost there! Get ready for the FUN FINAL PROJECT! 🎮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A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🎮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 Final Project!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 your AI journey!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Dream AI Invention!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🌟 Design your own AI! Think about: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66420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does your AI solve?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examples would you train it on?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327355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patterns would it look for?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4078224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🔮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4440" y="4078224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predictions would it make?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892040"/>
            <a:ext cx="8412480" cy="228600"/>
          </a:xfrm>
          <a:prstGeom prst="roundRect">
            <a:avLst>
              <a:gd name="adj" fmla="val 24000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Draw &amp; describe your invention — share with the class!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Final Discussion!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143000"/>
          </a:xfrm>
          <a:prstGeom prst="roundRect">
            <a:avLst>
              <a:gd name="adj" fmla="val 11200"/>
            </a:avLst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7269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your favorite thing you learned in AI Explorers?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395728"/>
            <a:ext cx="8412480" cy="1143000"/>
          </a:xfrm>
          <a:prstGeom prst="roundRect">
            <a:avLst>
              <a:gd name="adj" fmla="val 11200"/>
            </a:avLst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441448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🏫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371600" y="2487168"/>
            <a:ext cx="7269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could build ONE AI for your school, what would it do?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694176"/>
            <a:ext cx="8412480" cy="1143000"/>
          </a:xfrm>
          <a:prstGeom prst="roundRect">
            <a:avLst>
              <a:gd name="adj" fmla="val 11200"/>
            </a:avLst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739896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🤔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371600" y="3785616"/>
            <a:ext cx="7269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that you know how AI works, will you use AI apps differently?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8234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3A047"/>
                </a:solidFill>
              </a:rPr>
              <a:t>🖐️ Share your ideas — there are no wrong answers!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96CF84-09CC-EC45-11E0-7B0215178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36" y="4723319"/>
            <a:ext cx="842264" cy="561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50FCAD-0401-6D85-7BDA-016F53A8A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67" y="4745736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A2A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64008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0" y="18288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0" y="36576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0" y="18288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5744" y="548640"/>
            <a:ext cx="78872" cy="8586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0" y="27432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475488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466344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484632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457200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0" y="475488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78240" y="4480560"/>
            <a:ext cx="82296" cy="8229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47472"/>
            <a:ext cx="7680960" cy="4526280"/>
          </a:xfrm>
          <a:prstGeom prst="roundRect">
            <a:avLst>
              <a:gd name="adj" fmla="val 6061"/>
            </a:avLst>
          </a:prstGeom>
          <a:solidFill>
            <a:srgbClr val="6C3FC5">
              <a:alpha val="70000"/>
            </a:srgbClr>
          </a:solidFill>
          <a:ln w="38100">
            <a:solidFill>
              <a:srgbClr val="FFD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74720" y="384048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</a:rPr>
              <a:t>🏆</a:t>
            </a:r>
            <a:endParaRPr lang="en-US" sz="7000" dirty="0"/>
          </a:p>
        </p:txBody>
      </p:sp>
      <p:sp>
        <p:nvSpPr>
          <p:cNvPr id="18" name="Text 16"/>
          <p:cNvSpPr/>
          <p:nvPr/>
        </p:nvSpPr>
        <p:spPr>
          <a:xfrm>
            <a:off x="914400" y="16276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Did It!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14400" y="2451839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learned about AI, how it thinks,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C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learns, and how to use it wisely!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1821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  🔍  📚  🔮  📱  🎮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4400" y="42245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8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Explorers Academy — Summer Camp 2026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9484EA-3EAD-CB02-4CE9-62C0D3E75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501" y="597070"/>
            <a:ext cx="878806" cy="5858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04D49BF-B129-CB51-62CD-992998893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50" y="619487"/>
            <a:ext cx="808638" cy="5390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2056</Words>
  <Application>Microsoft Office PowerPoint</Application>
  <PresentationFormat>On-screen Show (16:9)</PresentationFormat>
  <Paragraphs>450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Explorers Academy</dc:title>
  <dc:subject>PptxGenJS Presentation</dc:subject>
  <dc:creator>PptxGenJS</dc:creator>
  <cp:lastModifiedBy>abdelrahman abdelraouf</cp:lastModifiedBy>
  <cp:revision>8</cp:revision>
  <dcterms:created xsi:type="dcterms:W3CDTF">2026-05-02T11:22:20Z</dcterms:created>
  <dcterms:modified xsi:type="dcterms:W3CDTF">2026-05-03T14:45:16Z</dcterms:modified>
</cp:coreProperties>
</file>